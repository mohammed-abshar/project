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bshar" userId="0c96bf65f2021b86" providerId="LiveId" clId="{3559B550-F187-4EE1-B011-8511FDBEF734}"/>
    <pc:docChg chg="custSel delSld modSld">
      <pc:chgData name="mohammed abshar" userId="0c96bf65f2021b86" providerId="LiveId" clId="{3559B550-F187-4EE1-B011-8511FDBEF734}" dt="2026-04-29T08:45:58.663" v="204" actId="1076"/>
      <pc:docMkLst>
        <pc:docMk/>
      </pc:docMkLst>
      <pc:sldChg chg="modSp mod">
        <pc:chgData name="mohammed abshar" userId="0c96bf65f2021b86" providerId="LiveId" clId="{3559B550-F187-4EE1-B011-8511FDBEF734}" dt="2026-04-29T08:45:58.663" v="204" actId="1076"/>
        <pc:sldMkLst>
          <pc:docMk/>
          <pc:sldMk cId="0" sldId="256"/>
        </pc:sldMkLst>
        <pc:spChg chg="mod">
          <ac:chgData name="mohammed abshar" userId="0c96bf65f2021b86" providerId="LiveId" clId="{3559B550-F187-4EE1-B011-8511FDBEF734}" dt="2026-04-29T08:45:58.663" v="204" actId="1076"/>
          <ac:spMkLst>
            <pc:docMk/>
            <pc:sldMk cId="0" sldId="256"/>
            <ac:spMk id="4" creationId="{00000000-0000-0000-0000-000000000000}"/>
          </ac:spMkLst>
        </pc:spChg>
      </pc:sldChg>
      <pc:sldChg chg="delSp modSp del mod chgLayout">
        <pc:chgData name="mohammed abshar" userId="0c96bf65f2021b86" providerId="LiveId" clId="{3559B550-F187-4EE1-B011-8511FDBEF734}" dt="2026-04-29T08:44:42.287" v="124" actId="2696"/>
        <pc:sldMkLst>
          <pc:docMk/>
          <pc:sldMk cId="0" sldId="270"/>
        </pc:sldMkLst>
        <pc:spChg chg="del">
          <ac:chgData name="mohammed abshar" userId="0c96bf65f2021b86" providerId="LiveId" clId="{3559B550-F187-4EE1-B011-8511FDBEF734}" dt="2026-04-29T08:43:24.205" v="119" actId="478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mohammed abshar" userId="0c96bf65f2021b86" providerId="LiveId" clId="{3559B550-F187-4EE1-B011-8511FDBEF734}" dt="2026-04-29T08:43:24.209" v="121"/>
          <ac:spMkLst>
            <pc:docMk/>
            <pc:sldMk cId="0" sldId="270"/>
            <ac:spMk id="4" creationId="{00000000-0000-0000-0000-000000000000}"/>
          </ac:spMkLst>
        </pc:spChg>
        <pc:picChg chg="del">
          <ac:chgData name="mohammed abshar" userId="0c96bf65f2021b86" providerId="LiveId" clId="{3559B550-F187-4EE1-B011-8511FDBEF734}" dt="2026-04-29T08:43:33.912" v="122" actId="21"/>
          <ac:picMkLst>
            <pc:docMk/>
            <pc:sldMk cId="0" sldId="270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Cloud Cost Intelligence Platform for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3619" y="4030067"/>
            <a:ext cx="8524513" cy="17440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2800">
                <a:latin typeface="Times New Roman"/>
              </a:defRPr>
            </a:pPr>
            <a:r>
              <a:rPr dirty="0"/>
              <a:t>Optimizing Cloud Spending Across Hospital Departments</a:t>
            </a:r>
          </a:p>
          <a:p>
            <a:pPr algn="ctr">
              <a:spcAft>
                <a:spcPts val="1400"/>
              </a:spcAft>
              <a:defRPr sz="2800">
                <a:latin typeface="Times New Roman"/>
              </a:defRPr>
            </a:pPr>
            <a:r>
              <a:rPr dirty="0"/>
              <a:t>Presented By:  </a:t>
            </a:r>
            <a:r>
              <a:rPr lang="en-US" dirty="0"/>
              <a:t>Mohammed Abshar</a:t>
            </a:r>
            <a:endParaRPr dirty="0"/>
          </a:p>
          <a:p>
            <a:pPr algn="ctr">
              <a:spcAft>
                <a:spcPts val="1400"/>
              </a:spcAft>
              <a:defRPr sz="2800">
                <a:latin typeface="Times New Roman"/>
              </a:defRPr>
            </a:pPr>
            <a:r>
              <a:rPr lang="en-US" dirty="0"/>
              <a:t>Registration number: 23BCAICD055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Rapid adoption of cloud technologies in healthcare improves patient care and data accessibility.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Unmanaged cloud resources lead to significant financial waste for hospitals.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 specialized cost intelligence platform provides visibility and control over cloud usage.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This project focuses on tracking and optimizing these cloud expenditures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Healthcare providers struggle to allocate cloud costs to specific departments (e.g., Cardiology, Radiology).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Lack of real-time monitoring leads to unexpected budget overruns.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Idle or underutilized resources are often left running, wasting money.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Existing generic tools do not understand healthcare-specific operational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Develop a tailored Cloud Cost Intelligence Platform for healthcare environments.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Integrate department-level tagging to allocate costs accurately.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Implement real-time dashboards to track spending trends and anomalies.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Provide actionable recommendations for cost optimization and resource rightsizing.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Achieve at least a 20% reduction in overall cloud spending.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Automate the detection of idle resources within 24 hours.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Provide a centralized, user-friendly interface for hospital administrators.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Ensure 100% accurate cost allocation across all medical departments.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Technology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Programming Languages: Python for backend logic and data processing.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Data Handling: Pandas and NumPy for cost data analysis.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Visualization: Matplotlib, Seaborn, and Streamlit for interactive dashboards.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Cloud Platform (Simulated): AWS billing data structures and resource tagging.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Data Ingestion Layer: Imports raw cloud billing CSV files.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Processing Layer: Cleans data, applies tagging rules, and calculates metrics.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Storage Layer: Maintains historical cost data and optimization logs.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Presentation Layer: The Streamlit web interface for administrators.</a:t>
            </a:r>
          </a:p>
        </p:txBody>
      </p:sp>
      <p:pic>
        <p:nvPicPr>
          <p:cNvPr id="5" name="Picture 4" descr="healthcare_dashboard_flat_1777444354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Step 1: System ingests the daily or monthly cloud billing report.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Step 2: Data is parsed and grouped by hospital department tags.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Step 3: Optimization algorithms identify underutilized instances.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Step 4: The dashboard updates in real-time to reflect new insights.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Step 5: Administrators review recommendations and take action.</a:t>
            </a:r>
          </a:p>
        </p:txBody>
      </p:sp>
      <p:pic>
        <p:nvPicPr>
          <p:cNvPr id="5" name="Picture 4" descr="healthcare_dashboard_flat_1777444354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Agile Development: Iterative approach with continuous feedback.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Data Simulation: Generated realistic healthcare billing datasets for testing.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Heuristic Analysis: Applied rules to identify idle resources (e.g., CPU &lt; 10%).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User-Centric Design: Focused on simplicity for non-technical hospital staff.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Departmental Breakdown: View costs by ICU, Radiology, Pediatrics, etc.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Anomaly Detection: Alerts for sudden spikes in cloud spending.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Resource Optimization: Specific recommendations to downgrade or terminate instances.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Exportable Reports: Generate PDF or Excel summaries for management meetings.</a:t>
            </a:r>
          </a:p>
        </p:txBody>
      </p:sp>
      <p:pic>
        <p:nvPicPr>
          <p:cNvPr id="5" name="Picture 4" descr="healthcare_dashboard_flat_17774443546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Successfully processed over 10,000 simulated billing records.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Identified $1,500/month in potential savings from idle resources.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Reduced the time required for cost allocation from days to minutes.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High user satisfaction based on dashboard usability testing.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Cost Efficiency: Directly lowers operational expenses.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Transparency: Eliminates the "black box" of cloud billing.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Accountability: Departments are aware of their specific resource usage.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Scalability: Can easily expand to monitor multiple hospitals or clinics.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Future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Integrate Machine Learning for predictive cost forecasting.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Direct integration with AWS/Azure APIs for automated resource management.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Add support for carbon footprint tracking related to cloud usage.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Develop a mobile application for on-the-go monitoring.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mple_bg_1777444370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Cloud cost management is essential for modern healthcare organizations.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Our platform provides the necessary tools to monitor and optimize spending.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By aligning IT costs with specific departments, hospitals can improve budgeting.</a:t>
            </a:r>
          </a:p>
          <a:p>
            <a:pPr>
              <a:spcAft>
                <a:spcPts val="1400"/>
              </a:spcAft>
              <a:defRPr sz="2400">
                <a:latin typeface="Times New Roman"/>
              </a:defRPr>
            </a:pPr>
            <a:r>
              <a:t>• This project successfully demonstrates the value of tailored cost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693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mohammed abshar</cp:lastModifiedBy>
  <cp:revision>1</cp:revision>
  <dcterms:created xsi:type="dcterms:W3CDTF">2013-01-27T09:14:16Z</dcterms:created>
  <dcterms:modified xsi:type="dcterms:W3CDTF">2026-04-29T08:46:12Z</dcterms:modified>
  <cp:category/>
</cp:coreProperties>
</file>